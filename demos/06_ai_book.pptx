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8850" y="685800"/>
            <a:ext cx="4632844" cy="5486400"/>
          </a:xfrm>
          <a:prstGeom prst="rect">
            <a:avLst/>
          </a:prstGeom>
          <a:solidFill>
            <a:srgbClr val="4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335" y="1508760"/>
            <a:ext cx="950952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AI书单号，月入过万的绘本新赛道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35" y="4183380"/>
            <a:ext cx="4876678" cy="4800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35" y="4457700"/>
            <a:ext cx="95095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用AI批量生产内容 · 精准触达宝妈群体 · 跑通完整商业闭环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为什么现在入场幼儿绘本赛道？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中国0-6岁儿童超1.2亿，绘本市场年增速超20%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宝妈群体消费决策快、客单价高、复购率强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书单类内容门槛低、需求刚性、持续长青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AI工具让内容生产成本降低90%以上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现在入局竞争烈度低，红利期窗口仍在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05740"/>
            <a:ext cx="112163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绘本赛道的市场规模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21" y="1234440"/>
            <a:ext cx="97533" cy="5623560"/>
          </a:xfrm>
          <a:prstGeom prst="rect">
            <a:avLst/>
          </a:prstGeom>
          <a:solidFill>
            <a:srgbClr val="A3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5608179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258亿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681" y="2057400"/>
            <a:ext cx="5364345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  <a:latin typeface="Calibri"/>
              </a:rPr>
              <a:t>2024年中国儿童绘本市场规模，预计2027年突破500亿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274320"/>
            <a:ext cx="11216359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传统书单号 vs AI书单号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8313" y="1714500"/>
            <a:ext cx="97533" cy="4663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85166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传统书单号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2811780"/>
            <a:ext cx="52424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手动选书耗时2-3小时
文案撰写需要深厚积累
每天最多产出1-2条内容
需要大量阅读储备
变现周期长达3-6个月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681" y="1851660"/>
            <a:ext cx="536434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AI书单号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681" y="2811780"/>
            <a:ext cx="536434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AI选书+配文仅需20分钟
批量生产矩阵账号内容
每天轻松产出10条以上
零基础小白也能快速上手
最快30天实现第一笔收入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AE4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1920240"/>
            <a:ext cx="67054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第一章：账号定位与人设搭建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精准定位：选对细分方向是成功第一步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0-3岁启蒙绘本：受众最广，流量天花板最高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3-6岁情绪管理绘本：宝妈痛点强，转化率高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双语绘本方向：客单价高，付费意愿强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科普认知类绘本：内容好做，长尾流量稳定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睡前故事绘本：使用场景明确，复购率极高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人设设计：让宝妈信任你的三要素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身份标签：过来人宝妈 / 儿童阅读推广人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专业背书：读过500本绘本的妈妈亲测推荐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情感共鸣：和宝妈说一样的育儿语言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持续输出：固定更新频率建立稳定预期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视觉统一：头像/封面/色调保持高度一致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68580"/>
            <a:ext cx="2438339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6B6B"/>
                </a:solidFill>
                <a:latin typeface="Calibr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1920240"/>
            <a:ext cx="97533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你不是在卖书，你是在帮焦虑的宝妈做选择，替她省时间、省精力、省踩坑成本。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93" y="5006340"/>
            <a:ext cx="3657508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169" y="5280660"/>
            <a:ext cx="97533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— 账号定位核心法则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274320"/>
            <a:ext cx="11216359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平台选择：主阵地 + 辅助阵地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8313" y="1714500"/>
            <a:ext cx="97533" cy="4663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85166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主阵地平台（选一）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2811780"/>
            <a:ext cx="52424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小红书：宝妈浓度最高，种草转化强
抖音：流量最大，适合做规模矩阵
视频号：私域沉淀好，适合做社群变现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681" y="1851660"/>
            <a:ext cx="536434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辅助引流平台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681" y="2811780"/>
            <a:ext cx="536434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公众号：承接流量做深度内容
微信群：私域转化核心阵地
知乎：长尾SEO流量补充
得到/樊登：建立专业权威感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AE4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1920240"/>
            <a:ext cx="67054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第二章：AI工具矩阵与内容生产流程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核心AI工具配置清单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文案生产：ChatGPT / Claude / 豆包（书单文案、测评文章）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图片生成：Midjourney / 即梦AI（封面配图、场景图）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视频制作：剪映AI / 即创（一键生成书单视频）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数据选品：飞瓜数据 / 蝉妈妈（分析爆款书单趋势）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自动排版：Canva AI / 创客贴（统一视觉模板）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爆款书单内容的黄金结构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钩子标题：数字+痛点+承诺（如：3岁前必读的8本绘本）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痛点共鸣：先说宝妈的困惑和焦虑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书单主体：每本书3要素——适读年龄/核心价值/推荐理由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使用场景：告诉宝妈什么时候用这本书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行动指令：清晰的购买或领取引导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05740"/>
            <a:ext cx="112163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AI提示词的威力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21" y="1234440"/>
            <a:ext cx="97533" cy="5623560"/>
          </a:xfrm>
          <a:prstGeom prst="rect">
            <a:avLst/>
          </a:prstGeom>
          <a:solidFill>
            <a:srgbClr val="A3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5608179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20分钟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681" y="2057400"/>
            <a:ext cx="5364345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  <a:latin typeface="Calibri"/>
              </a:rPr>
              <a:t>用一套标准提示词模板，AI可在20分钟内生成一篇完整书单测评，包含标题、正文、标签和评论引导话术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274320"/>
            <a:ext cx="11216359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AI提示词模板示例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8313" y="1714500"/>
            <a:ext cx="97533" cy="4663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85166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书单文案提示词框架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2811780"/>
            <a:ext cx="52424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角色：你是一位有8年经验的儿童阅读推广人
任务：为[年龄段]宝妈推荐[主题]绘本书单
要求：5本书，每本包含适读年龄、推荐理由（80字）、适用场景
风格：温暖亲切，像朋友聊天，避免说教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681" y="1851660"/>
            <a:ext cx="536434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标题生成提示词框架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681" y="2811780"/>
            <a:ext cx="536434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生成10个书单标题，要求：
含具体数字、体现宝妈痛点
字数15字以内、有好奇心驱动
示例风格：让孩子爱上阅读的X本神书
目标平台：小红书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内容日历：7天滚动生产计划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周一：AI生成本周5个书单选题+标题库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周二/四：发布干货书单（图文或视频）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周三：发布互动帖（投票/问答/晒单）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周五：发布测评对比内容（引导购买）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周六/日：复盘数据，优化下周选题方向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AE4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1920240"/>
            <a:ext cx="67054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第三章：流量获取与粉丝增长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小红书涨粉核心打法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爆款标题公式：数字+年龄段+具体场景（必收藏）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封面设计：大字报式，3秒抓住宝妈眼球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关键词埋词：标题+正文+标签三层布局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评论区运营：前30分钟自问自答激活算法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互推合作：找同量级宝妈账号互相推荐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05740"/>
            <a:ext cx="112163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关键词的流量价值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21" y="1234440"/>
            <a:ext cx="97533" cy="5623560"/>
          </a:xfrm>
          <a:prstGeom prst="rect">
            <a:avLst/>
          </a:prstGeom>
          <a:solidFill>
            <a:srgbClr val="A3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5608179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3-5倍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681" y="2057400"/>
            <a:ext cx="5364345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  <a:latin typeface="Calibri"/>
              </a:rPr>
              <a:t>在小红书标题中精准植入「年龄+绘本」关键词，搜索流量可提升3-5倍，持续带来长尾曝光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私域流量沉淀：从公域到私域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引流话术：评论区留「关键词」引导加微信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福利钩子：免费绘本书单PDF吸引入群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社群定位：打造专属绘本交流妈妈社群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持续活跃：每日早安绘本推荐保持粘性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信任建立：定期分享真实育儿经历和踩坑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AE4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1920240"/>
            <a:ext cx="67054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第四章：商业变现完整闭环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四大变现模式全解析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佣金带货：通过京东/当当/淘宝联盟赚佣金（最快变现）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知识付费：出售绘本书单合集、阅读指导课（利润最高）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品牌合作：接绘本品牌的测评和推广（单价最高）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私域社群：付费绘本打卡群/亲子阅读训练营（最稳定）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274320"/>
            <a:ext cx="11216359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变现阶段路线图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8313" y="1714500"/>
            <a:ext cx="97533" cy="4663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85166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0-3个月：启动期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2811780"/>
            <a:ext cx="52424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专注涨粉，目标1000+精准粉丝
开通平台带货权限
佣金带货为主，月入500-2000元
积累优质内容素材库
建立第一个微信粉丝群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681" y="1851660"/>
            <a:ext cx="536434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3-6个月：爆发期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681" y="2811780"/>
            <a:ext cx="536434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粉丝突破5000，开始接品牌合作
推出第一个付费书单合集
社群变现启动，月入5000-15000元
开始矩阵账号复制
建立稳定的商业合作资源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05740"/>
            <a:ext cx="112163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真实收益参考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21" y="1234440"/>
            <a:ext cx="97533" cy="5623560"/>
          </a:xfrm>
          <a:prstGeom prst="rect">
            <a:avLst/>
          </a:prstGeom>
          <a:solidFill>
            <a:srgbClr val="A3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5608179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月入1.2万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681" y="2057400"/>
            <a:ext cx="5364345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  <a:latin typeface="Calibri"/>
              </a:rPr>
              <a:t>小红书5000粉绘本账号：佣金3000+知识付费4000+品牌合作5000，可实现月收入过万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68580"/>
            <a:ext cx="2438339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6B6B"/>
                </a:solidFill>
                <a:latin typeface="Calibr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1920240"/>
            <a:ext cx="97533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变现不是终点，信任才是资产。每一条真诚的书单推荐，都是在宝妈心中存一笔信任储蓄，复利增长无上限。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93" y="5006340"/>
            <a:ext cx="3657508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169" y="5280660"/>
            <a:ext cx="97533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— 跑通商业闭环的核心认知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避坑指南：新手最容易犯的5个错误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内容泛而不精：什么年龄都做，结果粉丝不精准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只发书单不互动：忽视评论区，错失算法加权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急于变现：粉丝不足500就开始带货，失去信任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抄袭搬运：直接复制他人书单，被封号风险极高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不做数据复盘：凭感觉更新，无法找到爆款规律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27432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30天启动行动计划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05740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第1-3天：确定细分方向，搭建账号基础信息和视觉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94894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第4-7天：用AI生产20条备用内容，建立内容素材库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84048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第8-15天：每天发1条内容，测试不同类型数据反馈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3202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第16-22天：复盘爆款内容，批量复制高互动模式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623560"/>
            <a:ext cx="10972525" cy="84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第23-30天：开通带货权限，发布第一条带货书单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06353" y="0"/>
            <a:ext cx="85341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4632844" cy="5486400"/>
          </a:xfrm>
          <a:prstGeom prst="rect">
            <a:avLst/>
          </a:prstGeom>
          <a:solidFill>
            <a:srgbClr val="4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335" y="1508760"/>
            <a:ext cx="1024102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现在开始，用AI帮你的绘本号起飞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8" y="4183380"/>
            <a:ext cx="4876678" cy="4800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35" y="4526280"/>
            <a:ext cx="1024102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6B"/>
                </a:solidFill>
                <a:latin typeface="Calibri"/>
              </a:rPr>
              <a:t>行动是最好的答案——今天就建号，30天后看见改变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